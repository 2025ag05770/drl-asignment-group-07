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6C650-7844-48DF-9EE1-E9CC22D40D8B}" v="4" dt="2026-09-04T04:13:05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SH T ." userId="8f072370-0dad-45f6-9ecf-374274dbe663" providerId="ADAL" clId="{7BF2AF18-AA29-430E-B288-EBC6EE4E347B}"/>
    <pc:docChg chg="modSld">
      <pc:chgData name="ANKUSH T ." userId="8f072370-0dad-45f6-9ecf-374274dbe663" providerId="ADAL" clId="{7BF2AF18-AA29-430E-B288-EBC6EE4E347B}" dt="2026-09-04T04:13:05.641" v="4"/>
      <pc:docMkLst>
        <pc:docMk/>
      </pc:docMkLst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56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57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58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59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0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1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2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3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4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5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6"/>
        </pc:sldMkLst>
      </pc:sldChg>
      <pc:sldChg chg="addSp delSp modSp mod modTransition modAnim">
        <pc:chgData name="ANKUSH T ." userId="8f072370-0dad-45f6-9ecf-374274dbe663" providerId="ADAL" clId="{7BF2AF18-AA29-430E-B288-EBC6EE4E347B}" dt="2026-09-04T04:13:05.641" v="4"/>
        <pc:sldMkLst>
          <pc:docMk/>
          <pc:sldMk cId="0" sldId="267"/>
        </pc:sldMkLst>
        <pc:picChg chg="add del mod">
          <ac:chgData name="ANKUSH T ." userId="8f072370-0dad-45f6-9ecf-374274dbe663" providerId="ADAL" clId="{7BF2AF18-AA29-430E-B288-EBC6EE4E347B}" dt="2026-09-04T04:10:20.524" v="2"/>
          <ac:picMkLst>
            <pc:docMk/>
            <pc:sldMk cId="0" sldId="267"/>
            <ac:picMk id="34" creationId="{40135596-75C8-9E8A-79C3-76ADBA2CA938}"/>
          </ac:picMkLst>
        </pc:picChg>
        <pc:picChg chg="add del mod ord">
          <ac:chgData name="ANKUSH T ." userId="8f072370-0dad-45f6-9ecf-374274dbe663" providerId="ADAL" clId="{7BF2AF18-AA29-430E-B288-EBC6EE4E347B}" dt="2026-09-04T04:11:16.761" v="3"/>
          <ac:picMkLst>
            <pc:docMk/>
            <pc:sldMk cId="0" sldId="267"/>
            <ac:picMk id="39" creationId="{8DEFE139-E823-91F9-5461-C8214DF757C9}"/>
          </ac:picMkLst>
        </pc:picChg>
        <pc:picChg chg="add mod">
          <ac:chgData name="ANKUSH T ." userId="8f072370-0dad-45f6-9ecf-374274dbe663" providerId="ADAL" clId="{7BF2AF18-AA29-430E-B288-EBC6EE4E347B}" dt="2026-09-04T04:11:16.761" v="3"/>
          <ac:picMkLst>
            <pc:docMk/>
            <pc:sldMk cId="0" sldId="267"/>
            <ac:picMk id="40" creationId="{44D3CE61-26B6-3BDE-C4E2-F1F25D7208B3}"/>
          </ac:picMkLst>
        </pc:picChg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69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0" sldId="270"/>
        </pc:sldMkLst>
      </pc:sldChg>
      <pc:sldChg chg="modTransition">
        <pc:chgData name="ANKUSH T ." userId="8f072370-0dad-45f6-9ecf-374274dbe663" providerId="ADAL" clId="{7BF2AF18-AA29-430E-B288-EBC6EE4E347B}" dt="2026-09-04T04:13:05.641" v="4"/>
        <pc:sldMkLst>
          <pc:docMk/>
          <pc:sldMk cId="188278724" sldId="271"/>
        </pc:sldMkLst>
      </pc:sldChg>
    </pc:docChg>
  </pc:docChgLst>
  <pc:docChgLst>
    <pc:chgData name="Neha Vadlamani" userId="b60f93660eae6d3e" providerId="LiveId" clId="{D0204559-F046-45A5-A354-F36AB2A7C357}"/>
    <pc:docChg chg="undo custSel addSld delSld modSld sldOrd">
      <pc:chgData name="Neha Vadlamani" userId="b60f93660eae6d3e" providerId="LiveId" clId="{D0204559-F046-45A5-A354-F36AB2A7C357}" dt="2026-09-03T12:55:38.133" v="273" actId="20577"/>
      <pc:docMkLst>
        <pc:docMk/>
      </pc:docMkLst>
      <pc:sldChg chg="addSp delSp modSp mod">
        <pc:chgData name="Neha Vadlamani" userId="b60f93660eae6d3e" providerId="LiveId" clId="{D0204559-F046-45A5-A354-F36AB2A7C357}" dt="2026-09-03T12:33:58.947" v="271" actId="1076"/>
        <pc:sldMkLst>
          <pc:docMk/>
          <pc:sldMk cId="0" sldId="256"/>
        </pc:sldMkLst>
        <pc:spChg chg="add del">
          <ac:chgData name="Neha Vadlamani" userId="b60f93660eae6d3e" providerId="LiveId" clId="{D0204559-F046-45A5-A354-F36AB2A7C357}" dt="2026-09-03T11:52:24.871" v="6" actId="478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Neha Vadlamani" userId="b60f93660eae6d3e" providerId="LiveId" clId="{D0204559-F046-45A5-A354-F36AB2A7C357}" dt="2026-09-03T11:52:24.871" v="6" actId="478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Neha Vadlamani" userId="b60f93660eae6d3e" providerId="LiveId" clId="{D0204559-F046-45A5-A354-F36AB2A7C357}" dt="2026-09-03T11:53:28.590" v="8" actId="255"/>
          <ac:spMkLst>
            <pc:docMk/>
            <pc:sldMk cId="0" sldId="256"/>
            <ac:spMk id="9" creationId="{00000000-0000-0000-0000-000000000000}"/>
          </ac:spMkLst>
        </pc:spChg>
        <pc:spChg chg="add del">
          <ac:chgData name="Neha Vadlamani" userId="b60f93660eae6d3e" providerId="LiveId" clId="{D0204559-F046-45A5-A354-F36AB2A7C357}" dt="2026-09-03T11:52:24.871" v="6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1:54:51.229" v="18" actId="120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Neha Vadlamani" userId="b60f93660eae6d3e" providerId="LiveId" clId="{D0204559-F046-45A5-A354-F36AB2A7C357}" dt="2026-09-03T11:54:46.960" v="17" actId="14100"/>
          <ac:spMkLst>
            <pc:docMk/>
            <pc:sldMk cId="0" sldId="256"/>
            <ac:spMk id="12" creationId="{00000000-0000-0000-0000-000000000000}"/>
          </ac:spMkLst>
        </pc:spChg>
        <pc:spChg chg="add del mod">
          <ac:chgData name="Neha Vadlamani" userId="b60f93660eae6d3e" providerId="LiveId" clId="{D0204559-F046-45A5-A354-F36AB2A7C357}" dt="2026-09-03T11:53:36.178" v="9" actId="255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Neha Vadlamani" userId="b60f93660eae6d3e" providerId="LiveId" clId="{D0204559-F046-45A5-A354-F36AB2A7C357}" dt="2026-09-03T11:55:03.530" v="19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12:54.731" v="63" actId="25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33:58.947" v="271" actId="1076"/>
          <ac:spMkLst>
            <pc:docMk/>
            <pc:sldMk cId="0" sldId="256"/>
            <ac:spMk id="17" creationId="{00000000-0000-0000-0000-000000000000}"/>
          </ac:spMkLst>
        </pc:spChg>
        <pc:spChg chg="add del">
          <ac:chgData name="Neha Vadlamani" userId="b60f93660eae6d3e" providerId="LiveId" clId="{D0204559-F046-45A5-A354-F36AB2A7C357}" dt="2026-09-03T11:52:24.871" v="6" actId="478"/>
          <ac:spMkLst>
            <pc:docMk/>
            <pc:sldMk cId="0" sldId="256"/>
            <ac:spMk id="20" creationId="{9001AF5C-28A7-D921-A326-ED78267DF843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24" creationId="{7C10639A-F739-6A36-B9F9-E5263BE7B5C3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26" creationId="{0FB4EF97-6ACD-C712-FB55-2340504364D1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28" creationId="{56BF5D02-0239-C276-2A7E-07A172705C54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30" creationId="{D65E5F07-2617-280C-ACED-8CD972D6BA5D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34" creationId="{2B71F1FE-3EE7-858E-49C7-1EFC5FE6486E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36" creationId="{E2E6913C-DBA6-B6D2-1894-4DFD3D3E5CAC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40" creationId="{CA209242-C5FC-CF60-3894-1A1189464D9D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42" creationId="{0D68624B-E4E6-8A49-56FE-AD744C534ECE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44" creationId="{7355AAE5-F822-51D9-A99B-5A7F506D2A25}"/>
          </ac:spMkLst>
        </pc:spChg>
        <pc:spChg chg="add del">
          <ac:chgData name="Neha Vadlamani" userId="b60f93660eae6d3e" providerId="LiveId" clId="{D0204559-F046-45A5-A354-F36AB2A7C357}" dt="2026-09-03T11:52:25.030" v="7" actId="22"/>
          <ac:spMkLst>
            <pc:docMk/>
            <pc:sldMk cId="0" sldId="256"/>
            <ac:spMk id="48" creationId="{B9E02814-07D6-6613-7E47-559A0F437D2F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52" creationId="{82F684C3-98B9-4615-E026-2659F822291C}"/>
          </ac:spMkLst>
        </pc:spChg>
        <pc:spChg chg="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54" creationId="{9581313D-97CE-F7B6-00CC-4B122600FE3F}"/>
          </ac:spMkLst>
        </pc:spChg>
        <pc:spChg chg="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56" creationId="{8703B984-05FB-9250-4964-AD06CDB15546}"/>
          </ac:spMkLst>
        </pc:spChg>
        <pc:spChg chg="add">
          <ac:chgData name="Neha Vadlamani" userId="b60f93660eae6d3e" providerId="LiveId" clId="{D0204559-F046-45A5-A354-F36AB2A7C357}" dt="2026-09-03T11:51:41.662" v="2" actId="22"/>
          <ac:spMkLst>
            <pc:docMk/>
            <pc:sldMk cId="0" sldId="256"/>
            <ac:spMk id="58" creationId="{54FB72A6-81E9-6146-37D2-030E0FE0FEED}"/>
          </ac:spMkLst>
        </pc:spChg>
        <pc:spChg chg="add">
          <ac:chgData name="Neha Vadlamani" userId="b60f93660eae6d3e" providerId="LiveId" clId="{D0204559-F046-45A5-A354-F36AB2A7C357}" dt="2026-09-03T11:51:41.662" v="2" actId="22"/>
          <ac:spMkLst>
            <pc:docMk/>
            <pc:sldMk cId="0" sldId="256"/>
            <ac:spMk id="60" creationId="{E190E902-98B7-4ADD-C583-36ADAFEA23EA}"/>
          </ac:spMkLst>
        </pc:spChg>
        <pc:spChg chg="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62" creationId="{85E217CB-270E-5FBC-C4B5-2B91E58312ED}"/>
          </ac:spMkLst>
        </pc:spChg>
        <pc:spChg chg="add">
          <ac:chgData name="Neha Vadlamani" userId="b60f93660eae6d3e" providerId="LiveId" clId="{D0204559-F046-45A5-A354-F36AB2A7C357}" dt="2026-09-03T11:51:41.662" v="2" actId="22"/>
          <ac:spMkLst>
            <pc:docMk/>
            <pc:sldMk cId="0" sldId="256"/>
            <ac:spMk id="64" creationId="{8C92C860-9484-0DB7-696E-6AA02CDB7E9F}"/>
          </ac:spMkLst>
        </pc:spChg>
        <pc:spChg chg="add">
          <ac:chgData name="Neha Vadlamani" userId="b60f93660eae6d3e" providerId="LiveId" clId="{D0204559-F046-45A5-A354-F36AB2A7C357}" dt="2026-09-03T11:51:41.662" v="2" actId="22"/>
          <ac:spMkLst>
            <pc:docMk/>
            <pc:sldMk cId="0" sldId="256"/>
            <ac:spMk id="66" creationId="{DCB5D4B9-9732-CC83-9A51-CE5480D2130C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68" creationId="{2C676D8C-5479-9851-443A-587D6A219367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70" creationId="{0D517D54-E74C-1B19-9671-9677879D5A2E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74" creationId="{39AAF776-39AF-F032-0C90-6887E842420B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76" creationId="{33508AD5-5632-50CF-CE40-B8C29E26F50F}"/>
          </ac:spMkLst>
        </pc:spChg>
        <pc:spChg chg="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78" creationId="{02F71023-7C99-F84F-C5C7-F9BF3E239E11}"/>
          </ac:spMkLst>
        </pc:spChg>
        <pc:spChg chg="add del">
          <ac:chgData name="Neha Vadlamani" userId="b60f93660eae6d3e" providerId="LiveId" clId="{D0204559-F046-45A5-A354-F36AB2A7C357}" dt="2026-09-03T11:52:24.650" v="5" actId="22"/>
          <ac:spMkLst>
            <pc:docMk/>
            <pc:sldMk cId="0" sldId="256"/>
            <ac:spMk id="80" creationId="{7315027B-6A9E-B8DC-2066-E5E30672B627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84" creationId="{88BADB74-9D7F-60B0-243F-F5CD204CDDC2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88" creationId="{D49BA2B3-B84E-CA1E-29E1-C53363765DB2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96" creationId="{06070714-ADCE-7325-B60A-FCE9702135E7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98" creationId="{19651927-85E8-74B8-6E3F-354BA5013ACA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00" creationId="{6CC32350-5454-6935-319E-4CB6455AC88B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02" creationId="{93AC3D50-2F46-D29A-680B-45876844C741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04" creationId="{E6BDA0E5-60BF-4A67-DFB5-271C7400AE19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06" creationId="{34A635FA-4C66-D2FB-D975-BF92FBB7DF0A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08" creationId="{B8956F10-6775-4692-220C-CF8E30A9AF43}"/>
          </ac:spMkLst>
        </pc:spChg>
        <pc:spChg chg="add del">
          <ac:chgData name="Neha Vadlamani" userId="b60f93660eae6d3e" providerId="LiveId" clId="{D0204559-F046-45A5-A354-F36AB2A7C357}" dt="2026-09-03T11:52:17.789" v="4" actId="22"/>
          <ac:spMkLst>
            <pc:docMk/>
            <pc:sldMk cId="0" sldId="256"/>
            <ac:spMk id="110" creationId="{92CE7746-1AF3-4246-0D57-8A15E66D0D9B}"/>
          </ac:spMkLst>
        </pc:spChg>
        <pc:graphicFrameChg chg="add mod modGraphic">
          <ac:chgData name="Neha Vadlamani" userId="b60f93660eae6d3e" providerId="LiveId" clId="{D0204559-F046-45A5-A354-F36AB2A7C357}" dt="2026-09-03T11:55:53.286" v="26" actId="12385"/>
          <ac:graphicFrameMkLst>
            <pc:docMk/>
            <pc:sldMk cId="0" sldId="256"/>
            <ac:graphicFrameMk id="115" creationId="{200BF74D-329E-1741-79CD-3C5C78DBA558}"/>
          </ac:graphicFrameMkLst>
        </pc:graphicFrameChg>
      </pc:sldChg>
      <pc:sldChg chg="modSp mod">
        <pc:chgData name="Neha Vadlamani" userId="b60f93660eae6d3e" providerId="LiveId" clId="{D0204559-F046-45A5-A354-F36AB2A7C357}" dt="2026-09-03T12:00:40.695" v="54" actId="255"/>
        <pc:sldMkLst>
          <pc:docMk/>
          <pc:sldMk cId="0" sldId="257"/>
        </pc:sldMkLst>
        <pc:spChg chg="mod">
          <ac:chgData name="Neha Vadlamani" userId="b60f93660eae6d3e" providerId="LiveId" clId="{D0204559-F046-45A5-A354-F36AB2A7C357}" dt="2026-09-03T12:00:40.695" v="54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95" v="52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95" v="53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91" v="50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93" v="51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70" v="48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87" v="49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70" v="47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70" v="46" actId="255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Neha Vadlamani" userId="b60f93660eae6d3e" providerId="LiveId" clId="{D0204559-F046-45A5-A354-F36AB2A7C357}" dt="2026-09-03T12:00:40.670" v="45" actId="255"/>
        <pc:sldMkLst>
          <pc:docMk/>
          <pc:sldMk cId="0" sldId="258"/>
        </pc:sldMkLst>
        <pc:spChg chg="mod">
          <ac:chgData name="Neha Vadlamani" userId="b60f93660eae6d3e" providerId="LiveId" clId="{D0204559-F046-45A5-A354-F36AB2A7C357}" dt="2026-09-03T12:00:40.670" v="44" actId="255"/>
          <ac:spMkLst>
            <pc:docMk/>
            <pc:sldMk cId="0" sldId="258"/>
            <ac:spMk id="30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70" v="45" actId="25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55" v="42" actId="255"/>
          <ac:spMkLst>
            <pc:docMk/>
            <pc:sldMk cId="0" sldId="258"/>
            <ac:spMk id="34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00:40.670" v="43" actId="255"/>
          <ac:spMkLst>
            <pc:docMk/>
            <pc:sldMk cId="0" sldId="258"/>
            <ac:spMk id="35" creationId="{00000000-0000-0000-0000-000000000000}"/>
          </ac:spMkLst>
        </pc:spChg>
      </pc:sldChg>
      <pc:sldChg chg="modSp del mod">
        <pc:chgData name="Neha Vadlamani" userId="b60f93660eae6d3e" providerId="LiveId" clId="{D0204559-F046-45A5-A354-F36AB2A7C357}" dt="2026-09-03T12:32:01.865" v="267" actId="2696"/>
        <pc:sldMkLst>
          <pc:docMk/>
          <pc:sldMk cId="0" sldId="268"/>
        </pc:sldMkLst>
        <pc:spChg chg="mod">
          <ac:chgData name="Neha Vadlamani" userId="b60f93660eae6d3e" providerId="LiveId" clId="{D0204559-F046-45A5-A354-F36AB2A7C357}" dt="2026-09-03T12:12:32.974" v="60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30:33.994" v="250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eha Vadlamani" userId="b60f93660eae6d3e" providerId="LiveId" clId="{D0204559-F046-45A5-A354-F36AB2A7C357}" dt="2026-09-03T12:26:28.420" v="182"/>
          <ac:spMkLst>
            <pc:docMk/>
            <pc:sldMk cId="0" sldId="268"/>
            <ac:spMk id="14" creationId="{00000000-0000-0000-0000-000000000000}"/>
          </ac:spMkLst>
        </pc:spChg>
      </pc:sldChg>
      <pc:sldChg chg="addSp delSp modSp add del mod">
        <pc:chgData name="Neha Vadlamani" userId="b60f93660eae6d3e" providerId="LiveId" clId="{D0204559-F046-45A5-A354-F36AB2A7C357}" dt="2026-09-03T12:24:47.050" v="167" actId="2696"/>
        <pc:sldMkLst>
          <pc:docMk/>
          <pc:sldMk cId="112786772" sldId="271"/>
        </pc:sldMkLst>
        <pc:spChg chg="mod">
          <ac:chgData name="Neha Vadlamani" userId="b60f93660eae6d3e" providerId="LiveId" clId="{D0204559-F046-45A5-A354-F36AB2A7C357}" dt="2026-09-03T12:13:41.846" v="65"/>
          <ac:spMkLst>
            <pc:docMk/>
            <pc:sldMk cId="112786772" sldId="271"/>
            <ac:spMk id="3" creationId="{B5E2095C-0DC5-94C9-68D4-0F28CC935A3F}"/>
          </ac:spMkLst>
        </pc:spChg>
        <pc:spChg chg="del mod">
          <ac:chgData name="Neha Vadlamani" userId="b60f93660eae6d3e" providerId="LiveId" clId="{D0204559-F046-45A5-A354-F36AB2A7C357}" dt="2026-09-03T12:14:48.218" v="68" actId="478"/>
          <ac:spMkLst>
            <pc:docMk/>
            <pc:sldMk cId="112786772" sldId="271"/>
            <ac:spMk id="4" creationId="{AF763DC7-BD15-D8B8-4C56-D032537128E4}"/>
          </ac:spMkLst>
        </pc:spChg>
        <pc:spChg chg="mod">
          <ac:chgData name="Neha Vadlamani" userId="b60f93660eae6d3e" providerId="LiveId" clId="{D0204559-F046-45A5-A354-F36AB2A7C357}" dt="2026-09-03T12:13:53.854" v="66"/>
          <ac:spMkLst>
            <pc:docMk/>
            <pc:sldMk cId="112786772" sldId="271"/>
            <ac:spMk id="6" creationId="{7F853992-CED5-4EE1-64F2-94C1D27C82C1}"/>
          </ac:spMkLst>
        </pc:spChg>
        <pc:spChg chg="mod">
          <ac:chgData name="Neha Vadlamani" userId="b60f93660eae6d3e" providerId="LiveId" clId="{D0204559-F046-45A5-A354-F36AB2A7C357}" dt="2026-09-03T12:21:58.118" v="137" actId="20577"/>
          <ac:spMkLst>
            <pc:docMk/>
            <pc:sldMk cId="112786772" sldId="271"/>
            <ac:spMk id="8" creationId="{01AC8440-AC83-B4F9-E35D-67F72BFC0B13}"/>
          </ac:spMkLst>
        </pc:spChg>
        <pc:spChg chg="mod">
          <ac:chgData name="Neha Vadlamani" userId="b60f93660eae6d3e" providerId="LiveId" clId="{D0204559-F046-45A5-A354-F36AB2A7C357}" dt="2026-09-03T12:20:48.063" v="130" actId="14100"/>
          <ac:spMkLst>
            <pc:docMk/>
            <pc:sldMk cId="112786772" sldId="271"/>
            <ac:spMk id="9" creationId="{7710EB70-6263-E51D-FEF7-6A23533487FD}"/>
          </ac:spMkLst>
        </pc:spChg>
        <pc:spChg chg="del mod">
          <ac:chgData name="Neha Vadlamani" userId="b60f93660eae6d3e" providerId="LiveId" clId="{D0204559-F046-45A5-A354-F36AB2A7C357}" dt="2026-09-03T12:15:28.956" v="81" actId="478"/>
          <ac:spMkLst>
            <pc:docMk/>
            <pc:sldMk cId="112786772" sldId="271"/>
            <ac:spMk id="10" creationId="{AA17F4E5-F2C0-37A5-BE35-5DFCC1C6726A}"/>
          </ac:spMkLst>
        </pc:spChg>
        <pc:spChg chg="del mod">
          <ac:chgData name="Neha Vadlamani" userId="b60f93660eae6d3e" providerId="LiveId" clId="{D0204559-F046-45A5-A354-F36AB2A7C357}" dt="2026-09-03T12:15:28.958" v="83"/>
          <ac:spMkLst>
            <pc:docMk/>
            <pc:sldMk cId="112786772" sldId="271"/>
            <ac:spMk id="11" creationId="{E0E0E4A9-D53F-46F7-2D05-4F1B605B26AB}"/>
          </ac:spMkLst>
        </pc:spChg>
        <pc:spChg chg="mod">
          <ac:chgData name="Neha Vadlamani" userId="b60f93660eae6d3e" providerId="LiveId" clId="{D0204559-F046-45A5-A354-F36AB2A7C357}" dt="2026-09-03T12:20:54.720" v="131" actId="14100"/>
          <ac:spMkLst>
            <pc:docMk/>
            <pc:sldMk cId="112786772" sldId="271"/>
            <ac:spMk id="12" creationId="{A098C068-0E69-068B-0C3B-F391A91E89A9}"/>
          </ac:spMkLst>
        </pc:spChg>
        <pc:spChg chg="mod">
          <ac:chgData name="Neha Vadlamani" userId="b60f93660eae6d3e" providerId="LiveId" clId="{D0204559-F046-45A5-A354-F36AB2A7C357}" dt="2026-09-03T12:21:05.458" v="132" actId="14100"/>
          <ac:spMkLst>
            <pc:docMk/>
            <pc:sldMk cId="112786772" sldId="271"/>
            <ac:spMk id="13" creationId="{571D9BF0-138B-E36A-D5E5-8C6A99972963}"/>
          </ac:spMkLst>
        </pc:spChg>
        <pc:spChg chg="del mod">
          <ac:chgData name="Neha Vadlamani" userId="b60f93660eae6d3e" providerId="LiveId" clId="{D0204559-F046-45A5-A354-F36AB2A7C357}" dt="2026-09-03T12:17:36.496" v="100"/>
          <ac:spMkLst>
            <pc:docMk/>
            <pc:sldMk cId="112786772" sldId="271"/>
            <ac:spMk id="14" creationId="{7600AE03-BD2F-EE7E-4552-69E342E0E48B}"/>
          </ac:spMkLst>
        </pc:spChg>
        <pc:spChg chg="del mod">
          <ac:chgData name="Neha Vadlamani" userId="b60f93660eae6d3e" providerId="LiveId" clId="{D0204559-F046-45A5-A354-F36AB2A7C357}" dt="2026-09-03T12:17:36.496" v="98"/>
          <ac:spMkLst>
            <pc:docMk/>
            <pc:sldMk cId="112786772" sldId="271"/>
            <ac:spMk id="15" creationId="{DF73C772-4A4E-E00D-8A39-94C41DAAC63A}"/>
          </ac:spMkLst>
        </pc:spChg>
        <pc:spChg chg="mod">
          <ac:chgData name="Neha Vadlamani" userId="b60f93660eae6d3e" providerId="LiveId" clId="{D0204559-F046-45A5-A354-F36AB2A7C357}" dt="2026-09-03T12:21:10.841" v="133" actId="14100"/>
          <ac:spMkLst>
            <pc:docMk/>
            <pc:sldMk cId="112786772" sldId="271"/>
            <ac:spMk id="16" creationId="{7E039E09-17DD-160B-1D3E-3B4E812E3A87}"/>
          </ac:spMkLst>
        </pc:spChg>
        <pc:spChg chg="mod">
          <ac:chgData name="Neha Vadlamani" userId="b60f93660eae6d3e" providerId="LiveId" clId="{D0204559-F046-45A5-A354-F36AB2A7C357}" dt="2026-09-03T12:21:24.058" v="134" actId="14100"/>
          <ac:spMkLst>
            <pc:docMk/>
            <pc:sldMk cId="112786772" sldId="271"/>
            <ac:spMk id="17" creationId="{752D1FA1-D455-77CB-D040-322A5EC78E9D}"/>
          </ac:spMkLst>
        </pc:spChg>
        <pc:spChg chg="del mod">
          <ac:chgData name="Neha Vadlamani" userId="b60f93660eae6d3e" providerId="LiveId" clId="{D0204559-F046-45A5-A354-F36AB2A7C357}" dt="2026-09-03T12:17:36.496" v="104"/>
          <ac:spMkLst>
            <pc:docMk/>
            <pc:sldMk cId="112786772" sldId="271"/>
            <ac:spMk id="18" creationId="{DCDECDDD-8282-A793-3BE3-9FBB6410F533}"/>
          </ac:spMkLst>
        </pc:spChg>
        <pc:spChg chg="del mod">
          <ac:chgData name="Neha Vadlamani" userId="b60f93660eae6d3e" providerId="LiveId" clId="{D0204559-F046-45A5-A354-F36AB2A7C357}" dt="2026-09-03T12:17:36.496" v="102"/>
          <ac:spMkLst>
            <pc:docMk/>
            <pc:sldMk cId="112786772" sldId="271"/>
            <ac:spMk id="19" creationId="{C5817AE5-461D-76B3-002C-987DBE89ED0B}"/>
          </ac:spMkLst>
        </pc:spChg>
        <pc:spChg chg="del">
          <ac:chgData name="Neha Vadlamani" userId="b60f93660eae6d3e" providerId="LiveId" clId="{D0204559-F046-45A5-A354-F36AB2A7C357}" dt="2026-09-03T12:15:16.719" v="77" actId="478"/>
          <ac:spMkLst>
            <pc:docMk/>
            <pc:sldMk cId="112786772" sldId="271"/>
            <ac:spMk id="20" creationId="{4190C5DD-A0FD-E0A2-CDC6-C8FABE5054A6}"/>
          </ac:spMkLst>
        </pc:spChg>
        <pc:spChg chg="del">
          <ac:chgData name="Neha Vadlamani" userId="b60f93660eae6d3e" providerId="LiveId" clId="{D0204559-F046-45A5-A354-F36AB2A7C357}" dt="2026-09-03T12:15:14.894" v="76" actId="478"/>
          <ac:spMkLst>
            <pc:docMk/>
            <pc:sldMk cId="112786772" sldId="271"/>
            <ac:spMk id="21" creationId="{9A89C279-AA60-F350-2EF7-80E67D52093F}"/>
          </ac:spMkLst>
        </pc:spChg>
        <pc:spChg chg="del mod">
          <ac:chgData name="Neha Vadlamani" userId="b60f93660eae6d3e" providerId="LiveId" clId="{D0204559-F046-45A5-A354-F36AB2A7C357}" dt="2026-09-03T12:14:58.074" v="70" actId="478"/>
          <ac:spMkLst>
            <pc:docMk/>
            <pc:sldMk cId="112786772" sldId="271"/>
            <ac:spMk id="22" creationId="{EC6D8556-75F3-F39F-FDA0-BF5BEAB2FE8D}"/>
          </ac:spMkLst>
        </pc:spChg>
        <pc:spChg chg="del">
          <ac:chgData name="Neha Vadlamani" userId="b60f93660eae6d3e" providerId="LiveId" clId="{D0204559-F046-45A5-A354-F36AB2A7C357}" dt="2026-09-03T12:15:08.894" v="75" actId="478"/>
          <ac:spMkLst>
            <pc:docMk/>
            <pc:sldMk cId="112786772" sldId="271"/>
            <ac:spMk id="23" creationId="{F188330B-1ED6-F110-988E-6F47C705C3EE}"/>
          </ac:spMkLst>
        </pc:spChg>
        <pc:spChg chg="del">
          <ac:chgData name="Neha Vadlamani" userId="b60f93660eae6d3e" providerId="LiveId" clId="{D0204559-F046-45A5-A354-F36AB2A7C357}" dt="2026-09-03T12:15:06.879" v="74" actId="478"/>
          <ac:spMkLst>
            <pc:docMk/>
            <pc:sldMk cId="112786772" sldId="271"/>
            <ac:spMk id="24" creationId="{A396E23F-0FCC-33B5-C43C-B6CCB8B48A85}"/>
          </ac:spMkLst>
        </pc:spChg>
        <pc:spChg chg="del">
          <ac:chgData name="Neha Vadlamani" userId="b60f93660eae6d3e" providerId="LiveId" clId="{D0204559-F046-45A5-A354-F36AB2A7C357}" dt="2026-09-03T12:15:01.478" v="71" actId="478"/>
          <ac:spMkLst>
            <pc:docMk/>
            <pc:sldMk cId="112786772" sldId="271"/>
            <ac:spMk id="25" creationId="{E72DFA78-4F5B-8A09-BAF8-72233967FD47}"/>
          </ac:spMkLst>
        </pc:spChg>
        <pc:spChg chg="del">
          <ac:chgData name="Neha Vadlamani" userId="b60f93660eae6d3e" providerId="LiveId" clId="{D0204559-F046-45A5-A354-F36AB2A7C357}" dt="2026-09-03T12:15:05.209" v="73" actId="478"/>
          <ac:spMkLst>
            <pc:docMk/>
            <pc:sldMk cId="112786772" sldId="271"/>
            <ac:spMk id="26" creationId="{44CE5709-6427-ECAB-EAA9-CC318DD0CA1C}"/>
          </ac:spMkLst>
        </pc:spChg>
        <pc:spChg chg="del">
          <ac:chgData name="Neha Vadlamani" userId="b60f93660eae6d3e" providerId="LiveId" clId="{D0204559-F046-45A5-A354-F36AB2A7C357}" dt="2026-09-03T12:15:03.832" v="72" actId="478"/>
          <ac:spMkLst>
            <pc:docMk/>
            <pc:sldMk cId="112786772" sldId="271"/>
            <ac:spMk id="27" creationId="{7370F17C-BBA1-550F-CCC2-02A42328173B}"/>
          </ac:spMkLst>
        </pc:spChg>
        <pc:spChg chg="add mod">
          <ac:chgData name="Neha Vadlamani" userId="b60f93660eae6d3e" providerId="LiveId" clId="{D0204559-F046-45A5-A354-F36AB2A7C357}" dt="2026-09-03T12:20:38.241" v="129" actId="242"/>
          <ac:spMkLst>
            <pc:docMk/>
            <pc:sldMk cId="112786772" sldId="271"/>
            <ac:spMk id="32" creationId="{AA7BA2FB-9E11-6D8A-FA87-B3C6325D8795}"/>
          </ac:spMkLst>
        </pc:spChg>
        <pc:spChg chg="add del mod">
          <ac:chgData name="Neha Vadlamani" userId="b60f93660eae6d3e" providerId="LiveId" clId="{D0204559-F046-45A5-A354-F36AB2A7C357}" dt="2026-09-03T12:19:44.891" v="125" actId="767"/>
          <ac:spMkLst>
            <pc:docMk/>
            <pc:sldMk cId="112786772" sldId="271"/>
            <ac:spMk id="33" creationId="{AFB08D80-C7DF-8B5B-1D85-24FE8F534E37}"/>
          </ac:spMkLst>
        </pc:spChg>
        <pc:spChg chg="add mod">
          <ac:chgData name="Neha Vadlamani" userId="b60f93660eae6d3e" providerId="LiveId" clId="{D0204559-F046-45A5-A354-F36AB2A7C357}" dt="2026-09-03T12:23:13.135" v="143" actId="113"/>
          <ac:spMkLst>
            <pc:docMk/>
            <pc:sldMk cId="112786772" sldId="271"/>
            <ac:spMk id="34" creationId="{A020C7FA-D9E9-8265-D59E-999C9AFB61BE}"/>
          </ac:spMkLst>
        </pc:spChg>
        <pc:spChg chg="add del mod">
          <ac:chgData name="Neha Vadlamani" userId="b60f93660eae6d3e" providerId="LiveId" clId="{D0204559-F046-45A5-A354-F36AB2A7C357}" dt="2026-09-03T12:23:37.703" v="148"/>
          <ac:spMkLst>
            <pc:docMk/>
            <pc:sldMk cId="112786772" sldId="271"/>
            <ac:spMk id="35" creationId="{41C0A9EB-7953-4100-306A-E169C53A4A23}"/>
          </ac:spMkLst>
        </pc:spChg>
        <pc:spChg chg="add mod">
          <ac:chgData name="Neha Vadlamani" userId="b60f93660eae6d3e" providerId="LiveId" clId="{D0204559-F046-45A5-A354-F36AB2A7C357}" dt="2026-09-03T12:24:30.524" v="166" actId="255"/>
          <ac:spMkLst>
            <pc:docMk/>
            <pc:sldMk cId="112786772" sldId="271"/>
            <ac:spMk id="36" creationId="{DA0018D2-5833-6588-5335-B6EC0379A3FB}"/>
          </ac:spMkLst>
        </pc:spChg>
      </pc:sldChg>
      <pc:sldChg chg="addSp delSp modSp add mod ord">
        <pc:chgData name="Neha Vadlamani" userId="b60f93660eae6d3e" providerId="LiveId" clId="{D0204559-F046-45A5-A354-F36AB2A7C357}" dt="2026-09-03T12:55:38.133" v="273" actId="20577"/>
        <pc:sldMkLst>
          <pc:docMk/>
          <pc:sldMk cId="188278724" sldId="271"/>
        </pc:sldMkLst>
        <pc:spChg chg="mod">
          <ac:chgData name="Neha Vadlamani" userId="b60f93660eae6d3e" providerId="LiveId" clId="{D0204559-F046-45A5-A354-F36AB2A7C357}" dt="2026-09-03T12:25:05.111" v="171"/>
          <ac:spMkLst>
            <pc:docMk/>
            <pc:sldMk cId="188278724" sldId="271"/>
            <ac:spMk id="3" creationId="{AF85D1DA-EB08-62FC-BD52-259F29B69EB8}"/>
          </ac:spMkLst>
        </pc:spChg>
        <pc:spChg chg="del mod">
          <ac:chgData name="Neha Vadlamani" userId="b60f93660eae6d3e" providerId="LiveId" clId="{D0204559-F046-45A5-A354-F36AB2A7C357}" dt="2026-09-03T12:25:11.693" v="173" actId="478"/>
          <ac:spMkLst>
            <pc:docMk/>
            <pc:sldMk cId="188278724" sldId="271"/>
            <ac:spMk id="4" creationId="{77D04CC1-8E91-1733-4ABD-6D5A3D1D3A12}"/>
          </ac:spMkLst>
        </pc:spChg>
        <pc:spChg chg="mod">
          <ac:chgData name="Neha Vadlamani" userId="b60f93660eae6d3e" providerId="LiveId" clId="{D0204559-F046-45A5-A354-F36AB2A7C357}" dt="2026-09-03T12:25:45.787" v="178"/>
          <ac:spMkLst>
            <pc:docMk/>
            <pc:sldMk cId="188278724" sldId="271"/>
            <ac:spMk id="6" creationId="{C00A012D-0818-8F16-2E33-A24DF27428EA}"/>
          </ac:spMkLst>
        </pc:spChg>
        <pc:spChg chg="mod">
          <ac:chgData name="Neha Vadlamani" userId="b60f93660eae6d3e" providerId="LiveId" clId="{D0204559-F046-45A5-A354-F36AB2A7C357}" dt="2026-09-03T12:26:00.885" v="179"/>
          <ac:spMkLst>
            <pc:docMk/>
            <pc:sldMk cId="188278724" sldId="271"/>
            <ac:spMk id="10" creationId="{64BB7FB1-6BB2-7B3F-FD0F-68F9CA0DA283}"/>
          </ac:spMkLst>
        </pc:spChg>
        <pc:spChg chg="mod">
          <ac:chgData name="Neha Vadlamani" userId="b60f93660eae6d3e" providerId="LiveId" clId="{D0204559-F046-45A5-A354-F36AB2A7C357}" dt="2026-09-03T12:30:35.783" v="252" actId="20577"/>
          <ac:spMkLst>
            <pc:docMk/>
            <pc:sldMk cId="188278724" sldId="271"/>
            <ac:spMk id="11" creationId="{06A7E02B-4FF8-1DB2-4CB6-181FA5D833ED}"/>
          </ac:spMkLst>
        </pc:spChg>
        <pc:spChg chg="mod">
          <ac:chgData name="Neha Vadlamani" userId="b60f93660eae6d3e" providerId="LiveId" clId="{D0204559-F046-45A5-A354-F36AB2A7C357}" dt="2026-09-03T12:28:31.580" v="229" actId="6549"/>
          <ac:spMkLst>
            <pc:docMk/>
            <pc:sldMk cId="188278724" sldId="271"/>
            <ac:spMk id="14" creationId="{BAF140B9-B3BE-F802-0E5D-492BD1279F6F}"/>
          </ac:spMkLst>
        </pc:spChg>
        <pc:spChg chg="mod">
          <ac:chgData name="Neha Vadlamani" userId="b60f93660eae6d3e" providerId="LiveId" clId="{D0204559-F046-45A5-A354-F36AB2A7C357}" dt="2026-09-03T12:31:49.926" v="266" actId="113"/>
          <ac:spMkLst>
            <pc:docMk/>
            <pc:sldMk cId="188278724" sldId="271"/>
            <ac:spMk id="15" creationId="{6CE56370-DD61-5053-6DD3-A9ECD75A98F6}"/>
          </ac:spMkLst>
        </pc:spChg>
        <pc:spChg chg="mod">
          <ac:chgData name="Neha Vadlamani" userId="b60f93660eae6d3e" providerId="LiveId" clId="{D0204559-F046-45A5-A354-F36AB2A7C357}" dt="2026-09-03T12:26:36.215" v="183"/>
          <ac:spMkLst>
            <pc:docMk/>
            <pc:sldMk cId="188278724" sldId="271"/>
            <ac:spMk id="18" creationId="{EB9A2BA0-1644-B3F1-CA81-64DFC393A62B}"/>
          </ac:spMkLst>
        </pc:spChg>
        <pc:spChg chg="mod">
          <ac:chgData name="Neha Vadlamani" userId="b60f93660eae6d3e" providerId="LiveId" clId="{D0204559-F046-45A5-A354-F36AB2A7C357}" dt="2026-09-03T12:26:45.508" v="184"/>
          <ac:spMkLst>
            <pc:docMk/>
            <pc:sldMk cId="188278724" sldId="271"/>
            <ac:spMk id="19" creationId="{84A70858-4084-D821-A5A8-B947603BF55A}"/>
          </ac:spMkLst>
        </pc:spChg>
        <pc:spChg chg="mod">
          <ac:chgData name="Neha Vadlamani" userId="b60f93660eae6d3e" providerId="LiveId" clId="{D0204559-F046-45A5-A354-F36AB2A7C357}" dt="2026-09-03T12:32:57.650" v="268" actId="207"/>
          <ac:spMkLst>
            <pc:docMk/>
            <pc:sldMk cId="188278724" sldId="271"/>
            <ac:spMk id="20" creationId="{531821DC-4393-35F1-87E5-8B77911D3EA0}"/>
          </ac:spMkLst>
        </pc:spChg>
        <pc:spChg chg="mod">
          <ac:chgData name="Neha Vadlamani" userId="b60f93660eae6d3e" providerId="LiveId" clId="{D0204559-F046-45A5-A354-F36AB2A7C357}" dt="2026-09-03T12:33:05.141" v="269" actId="207"/>
          <ac:spMkLst>
            <pc:docMk/>
            <pc:sldMk cId="188278724" sldId="271"/>
            <ac:spMk id="21" creationId="{4F1DBDBD-0E69-C169-0343-C22699A17CE1}"/>
          </ac:spMkLst>
        </pc:spChg>
        <pc:spChg chg="mod">
          <ac:chgData name="Neha Vadlamani" userId="b60f93660eae6d3e" providerId="LiveId" clId="{D0204559-F046-45A5-A354-F36AB2A7C357}" dt="2026-09-03T12:55:38.133" v="273" actId="20577"/>
          <ac:spMkLst>
            <pc:docMk/>
            <pc:sldMk cId="188278724" sldId="271"/>
            <ac:spMk id="24" creationId="{26A3C6EE-50CD-E812-9A9D-0FCA8D745BF7}"/>
          </ac:spMkLst>
        </pc:spChg>
        <pc:spChg chg="add del">
          <ac:chgData name="Neha Vadlamani" userId="b60f93660eae6d3e" providerId="LiveId" clId="{D0204559-F046-45A5-A354-F36AB2A7C357}" dt="2026-09-03T12:25:40.252" v="177" actId="22"/>
          <ac:spMkLst>
            <pc:docMk/>
            <pc:sldMk cId="188278724" sldId="271"/>
            <ac:spMk id="26" creationId="{97E2BD7A-C5D7-1CE5-BAAC-1487617BEE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AD4C-67D3-4702-8615-2822E4E97A2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A0656-B348-42C5-983E-2728AA0A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0656-B348-42C5-983E-2728AA0ACB9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9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GROUP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DRL</a:t>
            </a:r>
            <a:br/>
            <a:r>
              <a:t>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514600"/>
            <a:ext cx="1645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834640"/>
            <a:ext cx="1783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Aptos"/>
              </a:defRPr>
            </a:pPr>
            <a:r>
              <a:t>RESEARCH</a:t>
            </a:r>
            <a:br/>
            <a:r>
              <a:t>PAPER</a:t>
            </a:r>
            <a:br/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868680"/>
            <a:ext cx="795527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2035"/>
                </a:solidFill>
                <a:latin typeface="Aptos"/>
              </a:defRPr>
            </a:pPr>
            <a:r>
              <a:rPr dirty="0"/>
              <a:t>A Framework for Fair Evaluation</a:t>
            </a:r>
            <a:br>
              <a:rPr dirty="0"/>
            </a:br>
            <a:r>
              <a:rPr dirty="0"/>
              <a:t>of Variance-Aware Bandit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194560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</a:defRPr>
            </a:pPr>
            <a:r>
              <a:rPr sz="1600" dirty="0"/>
              <a:t>Assignment Problem I  |  Wolf (2025)  |  arXiv:2510.27001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880360"/>
            <a:ext cx="7909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3337560"/>
            <a:ext cx="7909560" cy="24323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364992" y="3337560"/>
            <a:ext cx="64008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3483864"/>
            <a:ext cx="7543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2000" dirty="0"/>
              <a:t>Contributors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5893308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GitHub Repository: https://github.com/2025ag05770/</a:t>
            </a:r>
            <a:r>
              <a:rPr sz="1400"/>
              <a:t>DRL-Asignment-group-07  </a:t>
            </a:r>
            <a:endParaRPr lang="en-IN" sz="1400" dirty="0"/>
          </a:p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Video Recording Link: [Google Drive URL]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743" y="6473952"/>
            <a:ext cx="97840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800" dirty="0"/>
              <a:t>Primary source: Wolf (2025), arXiv:2510.27001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200BF74D-329E-1741-79CD-3C5C78DBA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35127"/>
              </p:ext>
            </p:extLst>
          </p:nvPr>
        </p:nvGraphicFramePr>
        <p:xfrm>
          <a:off x="3553604" y="4030278"/>
          <a:ext cx="75438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3502">
                  <a:extLst>
                    <a:ext uri="{9D8B030D-6E8A-4147-A177-3AD203B41FA5}">
                      <a16:colId xmlns:a16="http://schemas.microsoft.com/office/drawing/2014/main" val="2703874698"/>
                    </a:ext>
                  </a:extLst>
                </a:gridCol>
                <a:gridCol w="493159">
                  <a:extLst>
                    <a:ext uri="{9D8B030D-6E8A-4147-A177-3AD203B41FA5}">
                      <a16:colId xmlns:a16="http://schemas.microsoft.com/office/drawing/2014/main" val="595035270"/>
                    </a:ext>
                  </a:extLst>
                </a:gridCol>
                <a:gridCol w="3967139">
                  <a:extLst>
                    <a:ext uri="{9D8B030D-6E8A-4147-A177-3AD203B41FA5}">
                      <a16:colId xmlns:a16="http://schemas.microsoft.com/office/drawing/2014/main" val="15121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ANKUSH T 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2025AG05770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287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BURRA VISHNUJA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2025AG05233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3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KEERTHANA PRIYA S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2025AG05322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3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VADLAMANI NEHA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2025AG05240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741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dirty="0"/>
              <a:t>1. Objective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dirty="0"/>
              <a:t>Why fair comparison of bandit algorithms is difficult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429000" cy="169164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dirty="0"/>
              <a:t>Different setups, random seeds, metrics, and tuning choices can make algorithm comparisons unfair.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3429000" cy="169164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Why variance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dirty="0"/>
              <a:t>Variance-aware methods use reward variability when constructing exploration bounds.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429000" cy="169164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dirty="0"/>
              <a:t>The paper proposes a reproducible framework to isolate when variance-awareness actually helps.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401568"/>
            <a:ext cx="10241280" cy="65836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rPr dirty="0"/>
              <a:t>Core question: Under what conditions do variance-aware algorithms outperform classical alternatives?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07408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dirty="0"/>
              <a:t>• RQ1: How can performance differences be observed reliably?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dirty="0"/>
              <a:t>• RQ2: When do variance-aware methods outperform classical methods?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dirty="0"/>
              <a:t>Source: Wolf (2025), Introduction and Research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2. Multi-Armed Bandits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The exploration-versus-exploitation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22677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t>Select an 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1325880"/>
            <a:ext cx="22677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948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t>Observe reward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1072" y="1325880"/>
            <a:ext cx="226771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D28D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t>Update estimates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991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79991" y="1325880"/>
            <a:ext cx="226771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1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D9770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t>Try again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92608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Simple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dirty="0"/>
              <a:t>Arm A → mean reward ≈ 0.895</a:t>
            </a:r>
            <a:br>
              <a:rPr dirty="0"/>
            </a:br>
            <a:r>
              <a:rPr dirty="0"/>
              <a:t>Arm B → mean reward ≈ 0.900</a:t>
            </a:r>
            <a:br>
              <a:rPr dirty="0"/>
            </a:br>
            <a:br>
              <a:rPr dirty="0"/>
            </a:br>
            <a:r>
              <a:rPr dirty="0"/>
              <a:t>The learner must discover the better arm while controlling regret.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926080"/>
            <a:ext cx="64008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624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Two competing goals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dirty="0"/>
              <a:t>Exploration → gather information.</a:t>
            </a:r>
            <a:br>
              <a:rPr dirty="0"/>
            </a:br>
            <a:br>
              <a:rPr dirty="0"/>
            </a:br>
            <a:r>
              <a:rPr dirty="0"/>
              <a:t>Exploitation → choose the arm that currently looks best.</a:t>
            </a:r>
            <a:br>
              <a:rPr dirty="0"/>
            </a:br>
            <a:br>
              <a:rPr dirty="0"/>
            </a:br>
            <a:r>
              <a:rPr dirty="0"/>
              <a:t>A good policy balances both.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440680"/>
            <a:ext cx="10241280" cy="475488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22035"/>
                </a:solidFill>
                <a:latin typeface="Aptos"/>
              </a:defRPr>
            </a:pPr>
            <a:r>
              <a:t>Goal: maximize cumulative reward or minimize cumulative regret  Rₙ = n·Q* − 𝔼[Σ Xₜ]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 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3. Algorithms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Eight strategies grouped by exploration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456432" cy="431596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4315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Classical /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ETC — Explore-Then-Commit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ε-Greedy — random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 — confidence-bound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 bound:  UCBₐ(t) = Q̂ₐ(t) + √(2 ln t / Tₐ(t))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(No variance term)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3456432" cy="431596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64008" cy="4315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Variance-aware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UCB-V — uses empirical variance σ̂²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UCB-Tuned — variance-adaptive UCB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EUCBV — variance bound + phased elimination  (ψ = n/K²)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UCB-V bound: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Bₐ(t) = Q̂ₐ(t) + √(2σ̂²ₐ · ε / Tₐ(t))  +  c · 3bε / Tₐ(t)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where ε = θ ln(t)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56432" cy="431596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43159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Additional comparators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PAC-UCB — variance-independent bounds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ε_Tₐ(t) = log{Ks^q · β⁻¹} ∨ 2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/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UCB-Improved — adaptive bounds + phased elimination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(halving δ per phase)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Sections 2.2–2.4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4. Fair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Common experimental semantics for every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t>Same initialization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7792" y="1325880"/>
            <a:ext cx="19751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t>Fixed random seeds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9784" y="1325880"/>
            <a:ext cx="1975104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D28D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t>One action /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6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1776" y="1325880"/>
            <a:ext cx="1975104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1504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t>Arm-order permutations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3768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73768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3496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t>Same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16352"/>
            <a:ext cx="10332720" cy="694944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990088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Fairness principle: differences should come from algorithms, not implementation artifacts.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t>• Two-armed Bernoulli environments keep the comparison interpretable.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t>• Runs share the same time horizon and repeated-trial structure.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t>• Code &amp; Reproduction Repo (https://github.com/2025ag05770/DRL-Asignment-group-07) provides reproducible code, checkpoints &amp; logs.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5. Experimental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Three controlled settings isolate reward-gap and uncertainty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20574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5389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325880"/>
            <a:ext cx="224028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4538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Arm probabilities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325880"/>
            <a:ext cx="25146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145389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Difficulty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2461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53896"/>
            <a:ext cx="3154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65960"/>
            <a:ext cx="20574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148840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t>A —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965960"/>
            <a:ext cx="22402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2148840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0.8 vs 0.9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965960"/>
            <a:ext cx="2514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13832" y="2148840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Large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965960"/>
            <a:ext cx="32461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148840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Easy separation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98648"/>
            <a:ext cx="20574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081528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t>B — Micro-gap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898648"/>
            <a:ext cx="224028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081528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0.895 vs 0.9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898648"/>
            <a:ext cx="25146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13832" y="3081528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Tiny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898648"/>
            <a:ext cx="324612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081528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Subtle difference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31335"/>
            <a:ext cx="20574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4014215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t>C — High-variance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831335"/>
            <a:ext cx="224028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4952" y="4014215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0.89 vs 0.895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831335"/>
            <a:ext cx="25146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3832" y="4014215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Tiny gap + more noise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831335"/>
            <a:ext cx="324612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1" y="4014215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Stress variance-awareness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074920"/>
            <a:ext cx="10012680" cy="530352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0160" y="5212080"/>
            <a:ext cx="9646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2035"/>
                </a:solidFill>
                <a:latin typeface="Aptos"/>
              </a:defRPr>
            </a:pPr>
            <a:r>
              <a:t>Design logic: start easy, then reduce the reward gap and increase uncertainty.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 3.2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6.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Multiple measures prevent a one-number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337560" cy="14173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D9488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reward collected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t>Regret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Loss versus best 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337560" cy="1417320"/>
          </a:xfrm>
          <a:prstGeom prst="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64008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6D28D9"/>
                </a:solidFill>
                <a:latin typeface="Aptos"/>
              </a:defRPr>
            </a:pPr>
            <a:r>
              <a:t>Action optimality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How often best arm is chosen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72968"/>
            <a:ext cx="3337560" cy="14173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172968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D97706"/>
                </a:solidFill>
                <a:latin typeface="Aptos"/>
              </a:defRPr>
            </a:pPr>
            <a:r>
              <a:t>Reward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Observed outcome distribution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72968"/>
            <a:ext cx="3337560" cy="1417320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172968"/>
            <a:ext cx="64008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B91C1C"/>
                </a:solidFill>
                <a:latin typeface="Aptos"/>
              </a:defRPr>
            </a:pPr>
            <a:r>
              <a:t>Value-at-Risk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Risk-sensitive reward quantile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172968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172968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59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t>Regret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Spread across trials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Sections 3.5–3.6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7. Results —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Large reward gap: p₁ = 0.8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ETC (100)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30.67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EUCBV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47.73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99.50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109.93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238.17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t>ETC (m = 100) has the lowest regret: 10.10.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When arms are well separated, variance modeling is not essential.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Poor calibration or over-exploration can produce high regret.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Tab. 3 (T=10^6, 100 trials, Ber(0.8, 0.9), chi^2-test vs opt var 72k; p=1.0 for ETC/UCB-Tuned)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8. Results —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Tiny gap with lower variance: p₁ = 0.895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150.66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212.21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346.58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395.89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EUCBV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461.36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1127.17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t>ETC (10k) reaches 150.66 average regret.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9488"/>
                </a:solidFill>
                <a:latin typeface="Aptos"/>
              </a:defRPr>
            </a:pPr>
            <a:r>
              <a:t>VARIANCE-AWARE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UCB-Tuned is far better than standard UCB.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Tuning and environment difficulty matter greatly.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Tab. 4 (T=10^6, 100 trials, Ber(0.895, 0.9), chi^2-test vs opt var 90k; UCB-Tuned p=1.0)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9. Results — Scenario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Tiny gap with higher uncertainty: p₁ = 0.89 vs p₂ = 0.895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170.53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226.09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ε-Greedy 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301.55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367.65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PAC-UCB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417.34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EUCBV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476.31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91947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t>UCB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5663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t>1172.57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KEY INTERPRETATION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t>UCB-Tuned: 226.09 vs UCB: 1172.57.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6D28D9"/>
                </a:solidFill>
                <a:latin typeface="Aptos"/>
              </a:defRPr>
            </a:pPr>
            <a:r>
              <a:t>STILL NOT UNIVERSAL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ETC (10k) has the lowest regret: 170.53.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High uncertainty + tiny gaps favor variance-aware exploration.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Tab. 5 (T=10^6, 100 trials, Ber(0.89, 0.895), opt var 93.9k; UCB-Tuned &amp; UCB-V p=1.0) | Repo: github.com/2025ag05770/DRL-Asignment-group-07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10. Cross-Scenario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The value of variance-awareness depends on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A — Large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Arms separate quickly.</a:t>
            </a:r>
            <a:br/>
            <a:br/>
            <a:r>
              <a:t>ETC performs extremely well.</a:t>
            </a:r>
            <a:br/>
            <a:br/>
            <a:r>
              <a:t>Lesson: variance-awareness is not essential when the best arm is obvious.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B — Tiny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mean difference is subtle.</a:t>
            </a:r>
            <a:br/>
            <a:br/>
            <a:r>
              <a:t>Tuned exploration is strong.</a:t>
            </a:r>
            <a:br/>
            <a:br/>
            <a:r>
              <a:t>Lesson: classical methods can remain competitive when calibrated.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C — Tiny gap +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difference is subtle and noisy.</a:t>
            </a:r>
            <a:br/>
            <a:br/>
            <a:r>
              <a:t>UCB-Tuned strongly beats UCB.</a:t>
            </a:r>
            <a:br/>
            <a:br/>
            <a:r>
              <a:t>Lesson: variance-aware exploration becomes more useful.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907024"/>
            <a:ext cx="9921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Overall → small gaps + high uncertainty are the most favorable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Sections 4–5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11. Main Findings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What the paper contributes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3429000" cy="166420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64008" cy="16642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dirty="0"/>
              <a:t>Finding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t>Variance-aware methods can be robust when arms are hard to distinguish under high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325880"/>
            <a:ext cx="3429000" cy="166420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325880"/>
            <a:ext cx="64008" cy="16642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Finding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t>Classical algorithms can match or outperform them in easier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29000" cy="166420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16642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t>Finding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t>Hyperparameter tuning can strongly influence apparent advantages.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01568"/>
            <a:ext cx="489204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CONTRIBUTION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A reproducible framework standardizes initialization, randomness, timing, metrics, and comparison.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401568"/>
            <a:ext cx="489204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CONTRIBUTION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Evidence about the conditions under which variance-aware approaches outperform classical methods.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230368"/>
            <a:ext cx="10287000" cy="5029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5358384"/>
            <a:ext cx="9921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t>The paper reframes the question: not “who wins?” but “who wins under these conditions?”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Abstract, Introduction and Section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44D3CE61-26B6-3BDE-C4E2-F1F25D7208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59F84-0AFC-7BDD-FC0F-2A5DF6A5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053CE8-547D-D379-69A9-A4F3CF8C8E8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5D1DA-EB08-62FC-BD52-259F29B69EB8}"/>
              </a:ext>
            </a:extLst>
          </p:cNvPr>
          <p:cNvSpPr txBox="1"/>
          <p:nvPr/>
        </p:nvSpPr>
        <p:spPr>
          <a:xfrm>
            <a:off x="658368" y="256032"/>
            <a:ext cx="8686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122035"/>
                </a:solidFill>
                <a:latin typeface="Aptos"/>
              </a:defRPr>
            </a:pPr>
            <a:r>
              <a:rPr lang="en-IN" dirty="0"/>
              <a:t>12. Limitations &amp;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CDF5E-AE2D-257A-D48B-83EA49821D40}"/>
              </a:ext>
            </a:extLst>
          </p:cNvPr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A012D-0818-8F16-2E33-A24DF27428EA}"/>
              </a:ext>
            </a:extLst>
          </p:cNvPr>
          <p:cNvSpPr txBox="1"/>
          <p:nvPr/>
        </p:nvSpPr>
        <p:spPr>
          <a:xfrm>
            <a:off x="10378440" y="374904"/>
            <a:ext cx="1143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F63C2-C035-2001-5D9B-AB3F8DE5505C}"/>
              </a:ext>
            </a:extLst>
          </p:cNvPr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4C67D-F136-AF1B-EC6B-D1D3B0AF5478}"/>
              </a:ext>
            </a:extLst>
          </p:cNvPr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98CD0-88D7-47D1-AE36-F787F285ADDD}"/>
              </a:ext>
            </a:extLst>
          </p:cNvPr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B7FB1-6BB2-7B3F-FD0F-68F9CA0DA283}"/>
              </a:ext>
            </a:extLst>
          </p:cNvPr>
          <p:cNvSpPr txBox="1"/>
          <p:nvPr/>
        </p:nvSpPr>
        <p:spPr>
          <a:xfrm>
            <a:off x="914400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dirty="0"/>
              <a:t>Limitations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7E02B-4FF8-1DB2-4CB6-181FA5D833ED}"/>
              </a:ext>
            </a:extLst>
          </p:cNvPr>
          <p:cNvSpPr txBox="1"/>
          <p:nvPr/>
        </p:nvSpPr>
        <p:spPr>
          <a:xfrm>
            <a:off x="914400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dirty="0"/>
              <a:t>• Stationary, binary-reward environments.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Main evaluation focuses on two arms.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Tuning remains an important factor.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Findings should not be generalized to every real-world bandit problem.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A2DC1-11FA-CDB4-D6DD-92187C2DB69F}"/>
              </a:ext>
            </a:extLst>
          </p:cNvPr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69C92-7366-FEDF-8E42-360E9FB60FE8}"/>
              </a:ext>
            </a:extLst>
          </p:cNvPr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140B9-B3BE-F802-0E5D-492BD1279F6F}"/>
              </a:ext>
            </a:extLst>
          </p:cNvPr>
          <p:cNvSpPr txBox="1"/>
          <p:nvPr/>
        </p:nvSpPr>
        <p:spPr>
          <a:xfrm>
            <a:off x="4645152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Critical Reflection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56370-DD61-5053-6DD3-A9ECD75A98F6}"/>
              </a:ext>
            </a:extLst>
          </p:cNvPr>
          <p:cNvSpPr txBox="1"/>
          <p:nvPr/>
        </p:nvSpPr>
        <p:spPr>
          <a:xfrm>
            <a:off x="4645152" y="1856231"/>
            <a:ext cx="301752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IN" sz="1300" dirty="0">
                <a:solidFill>
                  <a:srgbClr val="475569"/>
                </a:solidFill>
                <a:latin typeface="Aptos"/>
              </a:rPr>
              <a:t>Framework improves fairness and reproducibility of comparisons.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</a:t>
            </a:r>
            <a:r>
              <a:rPr lang="en-IN" sz="1300" dirty="0">
                <a:solidFill>
                  <a:srgbClr val="475569"/>
                </a:solidFill>
                <a:latin typeface="Aptos"/>
              </a:rPr>
              <a:t>No single algorithm is universally best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</a:t>
            </a:r>
            <a:r>
              <a:rPr lang="en-IN" sz="1300" dirty="0">
                <a:solidFill>
                  <a:srgbClr val="475569"/>
                </a:solidFill>
                <a:latin typeface="Aptos"/>
              </a:rPr>
              <a:t>Performance depends on reward gap, uncertainty, and tuning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</a:t>
            </a:r>
            <a:r>
              <a:rPr lang="en-IN" sz="1300" dirty="0">
                <a:solidFill>
                  <a:srgbClr val="475569"/>
                </a:solidFill>
                <a:latin typeface="Aptos"/>
              </a:rPr>
              <a:t>Variance-awareness is most useful when gaps are small and uncertainty is high</a:t>
            </a:r>
            <a:r>
              <a:rPr lang="en-US" dirty="0"/>
              <a:t>.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E4D7E4-1362-7286-FB18-40EB3D8DECD4}"/>
              </a:ext>
            </a:extLst>
          </p:cNvPr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91C1A9-8267-3D51-BF9D-6A986D7688CB}"/>
              </a:ext>
            </a:extLst>
          </p:cNvPr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A2BA0-1644-B3F1-CA81-64DFC393A62B}"/>
              </a:ext>
            </a:extLst>
          </p:cNvPr>
          <p:cNvSpPr txBox="1"/>
          <p:nvPr/>
        </p:nvSpPr>
        <p:spPr>
          <a:xfrm>
            <a:off x="8375904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dirty="0"/>
              <a:t>Future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70858-4084-D821-A5A8-B947603BF55A}"/>
              </a:ext>
            </a:extLst>
          </p:cNvPr>
          <p:cNvSpPr txBox="1"/>
          <p:nvPr/>
        </p:nvSpPr>
        <p:spPr>
          <a:xfrm>
            <a:off x="8375904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dirty="0"/>
              <a:t>• Test non-stationary and delayed rewards.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Extend to contextual bandits.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Analyze runtime and sample complexity.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Validate on larger real applications.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821DC-4393-35F1-87E5-8B77911D3EA0}"/>
              </a:ext>
            </a:extLst>
          </p:cNvPr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F7F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DBDBD-0E69-C169-0343-C22699A17CE1}"/>
              </a:ext>
            </a:extLst>
          </p:cNvPr>
          <p:cNvSpPr txBox="1"/>
          <p:nvPr/>
        </p:nvSpPr>
        <p:spPr>
          <a:xfrm>
            <a:off x="1143000" y="5907024"/>
            <a:ext cx="9921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lang="en-US" sz="1400" dirty="0"/>
              <a:t>Replication Code: bandit_playground_simulation.py | Repo: https://github.com/2025ag05770/DRL-Asignment-group-07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EBD2D-0A4E-0B59-73B6-8696E82B4068}"/>
              </a:ext>
            </a:extLst>
          </p:cNvPr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B3992-0A7F-6B0B-005E-F7FFB003EE34}"/>
              </a:ext>
            </a:extLst>
          </p:cNvPr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Sections 4–5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3C6EE-50CD-E812-9A9D-0FCA8D745BF7}"/>
              </a:ext>
            </a:extLst>
          </p:cNvPr>
          <p:cNvSpPr txBox="1"/>
          <p:nvPr/>
        </p:nvSpPr>
        <p:spPr>
          <a:xfrm>
            <a:off x="10972800" y="6464808"/>
            <a:ext cx="36576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78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 practical takeaway for algorithm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</a:defRPr>
            </a:pPr>
            <a:r>
              <a:t>Do not ask “Which algorithm is best?” — ask “Which algorithm is best under these conditions?”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9966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Fair comparison requires standardized experimental conditions.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Variance-aware methods are most compelling when gaps are small and uncertainty is high.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Well-tuned classical methods can remain competitive or better in easier settings.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Full Reproducibility: Code &amp; Experiment Data available at https://github.com/2025ag05770/DRL-Asignment-group-07
• Presentation Video Recording Link: [Google Drive Recording URL - Max 7 Mins]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Aptos"/>
              </a:defRPr>
            </a:pPr>
            <a:r>
              <a:t>TUNING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Source: Wolf (2025), overall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Primary paper and selected background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1083564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10378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01952"/>
            <a:ext cx="47548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40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Wolf, E. (2025). A Framework for Fair Evaluation of Variance-Aware Bandit Algorithms. arXiv:2510.27001.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06624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24912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Auer, P., Cesa-Bianchi, N., &amp; Fischer, P. (2002). Finite-time analysis of the multiarmed bandit problem. Machine Learning, 47, 235–256.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11296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3016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29584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Audibert, J.-Y., Munos, R., &amp; Szepesvári, C. (2009). Exploration-exploitation tradeoff using variance estimates in multi-armed bandits. Theoretical Computer Science, 410, 1876–1902.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15968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34255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Auer, P., &amp; Ortner, R. (2010). UCB revisited: Improved regret bounds for the stochastic multi-armed bandit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20640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3951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38927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Lattimore, T., &amp; Szepesvári, C. (2020). Bandit Algorithms. Cambridge University Press.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806440"/>
            <a:ext cx="9509760" cy="384048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1328" y="5907024"/>
            <a:ext cx="9189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r>
              <a:t>Group GitHub Repository: https://github.com/2025ag05770/DRL-Asignment-group-07 | Primary Paper: arXiv:2510.27001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t>Primary source: Wolf (2025), arXiv:2510.27001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1722</Words>
  <Application>Microsoft Office PowerPoint</Application>
  <PresentationFormat>Widescreen</PresentationFormat>
  <Paragraphs>274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Wick</dc:creator>
  <cp:keywords/>
  <dc:description>generated using python-pptx</dc:description>
  <cp:lastModifiedBy>ankush salian</cp:lastModifiedBy>
  <cp:revision>2</cp:revision>
  <dcterms:created xsi:type="dcterms:W3CDTF">2013-01-27T09:14:16Z</dcterms:created>
  <dcterms:modified xsi:type="dcterms:W3CDTF">2026-10-06T15:17:43Z</dcterms:modified>
  <cp:category/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OfficeCLI.Version">
    <vt:lpwstr>1.0.155</vt:lpwstr>
  </op:property>
  <op:property fmtid="{D5CDD505-2E9C-101B-9397-08002B2CF9AE}" pid="3" name="OfficeCLI.LastModified">
    <vt:lpwstr>2026-10-06T15:38:33Z</vt:lpwstr>
  </op:property>
</op:Properties>
</file>